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883096b73c4b49" /><Relationship Type="http://schemas.openxmlformats.org/officeDocument/2006/relationships/extended-properties" Target="/docProps/app.xml" Id="Rfde32dc02bda4219" /><Relationship Type="http://schemas.openxmlformats.org/officeDocument/2006/relationships/officeDocument" Target="/ppt/presentation.xml" Id="R0c1525c7f55e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82a9c36bec429e"/>
  </p:sldMasterIdLst>
  <p:notesMasterIdLst>
    <p:notesMasterId xmlns:r="http://schemas.openxmlformats.org/officeDocument/2006/relationships" r:id="R56b9ee1ede96428b"/>
  </p:notesMasterIdLst>
  <p:sldIdLst>
    <p:sldId xmlns:r="http://schemas.openxmlformats.org/officeDocument/2006/relationships" id="256" r:id="R2beb579d578f4cd3"/>
    <p:sldId xmlns:r="http://schemas.openxmlformats.org/officeDocument/2006/relationships" id="257" r:id="R6d0910bf96304e97"/>
    <p:sldId xmlns:r="http://schemas.openxmlformats.org/officeDocument/2006/relationships" id="258" r:id="Re36c9f3ebd654a45"/>
    <p:sldId xmlns:r="http://schemas.openxmlformats.org/officeDocument/2006/relationships" id="259" r:id="Re4de5c1a6f3e401b"/>
    <p:sldId xmlns:r="http://schemas.openxmlformats.org/officeDocument/2006/relationships" id="260" r:id="Rdcdb13bdd665441b"/>
    <p:sldId xmlns:r="http://schemas.openxmlformats.org/officeDocument/2006/relationships" id="261" r:id="Ree45b6b21d344fad"/>
    <p:sldId xmlns:r="http://schemas.openxmlformats.org/officeDocument/2006/relationships" id="262" r:id="R431a2ab4cc5d4924"/>
    <p:sldId xmlns:r="http://schemas.openxmlformats.org/officeDocument/2006/relationships" id="263" r:id="R1c666590225a4f7d"/>
    <p:sldId xmlns:r="http://schemas.openxmlformats.org/officeDocument/2006/relationships" id="264" r:id="R8c8abf71ddc146c2"/>
    <p:sldId xmlns:r="http://schemas.openxmlformats.org/officeDocument/2006/relationships" id="265" r:id="Rd0a6659ee3ab42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99a07ef824250" /><Relationship Type="http://schemas.openxmlformats.org/officeDocument/2006/relationships/slideMaster" Target="/ppt/slideMasters/slideMaster1.xml" Id="R2782a9c36bec429e" /><Relationship Type="http://schemas.openxmlformats.org/officeDocument/2006/relationships/notesMaster" Target="/ppt/notesMasters/notesMaster1.xml" Id="R56b9ee1ede96428b" /><Relationship Type="http://schemas.openxmlformats.org/officeDocument/2006/relationships/presProps" Target="/ppt/presProps.xml" Id="Rc461888cf3044978" /><Relationship Type="http://schemas.openxmlformats.org/officeDocument/2006/relationships/tableStyles" Target="/ppt/tableStyles.xml" Id="Rffc74ff7032d4780" /><Relationship Type="http://schemas.openxmlformats.org/officeDocument/2006/relationships/slide" Target="/ppt/slides/slide1.xml" Id="R2beb579d578f4cd3" /><Relationship Type="http://schemas.openxmlformats.org/officeDocument/2006/relationships/slide" Target="/ppt/slides/slide2.xml" Id="R6d0910bf96304e97" /><Relationship Type="http://schemas.openxmlformats.org/officeDocument/2006/relationships/slide" Target="/ppt/slides/slide3.xml" Id="Re36c9f3ebd654a45" /><Relationship Type="http://schemas.openxmlformats.org/officeDocument/2006/relationships/slide" Target="/ppt/slides/slide4.xml" Id="Re4de5c1a6f3e401b" /><Relationship Type="http://schemas.openxmlformats.org/officeDocument/2006/relationships/slide" Target="/ppt/slides/slide5.xml" Id="Rdcdb13bdd665441b" /><Relationship Type="http://schemas.openxmlformats.org/officeDocument/2006/relationships/slide" Target="/ppt/slides/slide6.xml" Id="Ree45b6b21d344fad" /><Relationship Type="http://schemas.openxmlformats.org/officeDocument/2006/relationships/slide" Target="/ppt/slides/slide7.xml" Id="R431a2ab4cc5d4924" /><Relationship Type="http://schemas.openxmlformats.org/officeDocument/2006/relationships/slide" Target="/ppt/slides/slide8.xml" Id="R1c666590225a4f7d" /><Relationship Type="http://schemas.openxmlformats.org/officeDocument/2006/relationships/slide" Target="/ppt/slides/slide9.xml" Id="R8c8abf71ddc146c2" /><Relationship Type="http://schemas.openxmlformats.org/officeDocument/2006/relationships/slide" Target="/ppt/slides/slide10.xml" Id="Rd0a6659ee3ab42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b0dbeb4ca641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de0201be20458b" /><Relationship Type="http://schemas.openxmlformats.org/officeDocument/2006/relationships/notesMaster" Target="/ppt/notesMasters/notesMaster1.xml" Id="Rbcb83d92014846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fab662c33e4539" /><Relationship Type="http://schemas.openxmlformats.org/officeDocument/2006/relationships/notesMaster" Target="/ppt/notesMasters/notesMaster1.xml" Id="R4f5d4285e7e24a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ecd44b3bc54051" /><Relationship Type="http://schemas.openxmlformats.org/officeDocument/2006/relationships/notesMaster" Target="/ppt/notesMasters/notesMaster1.xml" Id="Rf1c1d047aca245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71e1ed44fb420d" /><Relationship Type="http://schemas.openxmlformats.org/officeDocument/2006/relationships/notesMaster" Target="/ppt/notesMasters/notesMaster1.xml" Id="Rf19a8bc40fdc49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8a4f75720e499b" /><Relationship Type="http://schemas.openxmlformats.org/officeDocument/2006/relationships/notesMaster" Target="/ppt/notesMasters/notesMaster1.xml" Id="R138d8118c1664d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f89dcd4ff2417a" /><Relationship Type="http://schemas.openxmlformats.org/officeDocument/2006/relationships/notesMaster" Target="/ppt/notesMasters/notesMaster1.xml" Id="Rbec12f341b2c4a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b99f4aca9e4c45" /><Relationship Type="http://schemas.openxmlformats.org/officeDocument/2006/relationships/notesMaster" Target="/ppt/notesMasters/notesMaster1.xml" Id="R93f85fc5cf3542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ff660d9c3b4da6" /><Relationship Type="http://schemas.openxmlformats.org/officeDocument/2006/relationships/notesMaster" Target="/ppt/notesMasters/notesMaster1.xml" Id="R9333f87e2a4040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0dd4a112034a12" /><Relationship Type="http://schemas.openxmlformats.org/officeDocument/2006/relationships/notesMaster" Target="/ppt/notesMasters/notesMaster1.xml" Id="R5355a11ffc1142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e55abda36a401d" /><Relationship Type="http://schemas.openxmlformats.org/officeDocument/2006/relationships/notesMaster" Target="/ppt/notesMasters/notesMaster1.xml" Id="R1196de4e9fb244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89f6186fe44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886e1c946547a5" /><Relationship Type="http://schemas.openxmlformats.org/officeDocument/2006/relationships/slideLayout" Target="/ppt/slideLayouts/slideLayout1.xml" Id="Rccf446c383a4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f446c383a4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6a2adc1dc4a32" /><Relationship Type="http://schemas.openxmlformats.org/officeDocument/2006/relationships/image" Target="/ppt/media/image.jpeg" Id="Rcdc313085e3642ec" /><Relationship Type="http://schemas.openxmlformats.org/officeDocument/2006/relationships/notesSlide" Target="/ppt/notesSlides/notesSlide1.xml" Id="R642d502ca07d49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64b4d1b7545b5" /><Relationship Type="http://schemas.openxmlformats.org/officeDocument/2006/relationships/notesSlide" Target="/ppt/notesSlides/notesSlide2.xml" Id="R7e7a8f47517d49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ffd98ae594027" /><Relationship Type="http://schemas.openxmlformats.org/officeDocument/2006/relationships/image" Target="/ppt/media/image2.jpeg" Id="R617113387fdd40e5" /><Relationship Type="http://schemas.openxmlformats.org/officeDocument/2006/relationships/image" Target="/ppt/media/image3.jpeg" Id="R02e587bb7e114d54" /><Relationship Type="http://schemas.openxmlformats.org/officeDocument/2006/relationships/image" Target="/ppt/media/image4.jpeg" Id="R4625089a1f5d4e61" /><Relationship Type="http://schemas.openxmlformats.org/officeDocument/2006/relationships/notesSlide" Target="/ppt/notesSlides/notesSlide3.xml" Id="R5ef8abacdbe946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9633fb0da478e" /><Relationship Type="http://schemas.openxmlformats.org/officeDocument/2006/relationships/notesSlide" Target="/ppt/notesSlides/notesSlide4.xml" Id="R69603133528b48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db15ffa0e4302" /><Relationship Type="http://schemas.openxmlformats.org/officeDocument/2006/relationships/notesSlide" Target="/ppt/notesSlides/notesSlide5.xml" Id="Rded2e91d96eb4d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7bb1fe7484db1" /><Relationship Type="http://schemas.openxmlformats.org/officeDocument/2006/relationships/chart" Target="/ppt/slides/charts/chart1.xml" Id="R682f6164c9c74e5b" /><Relationship Type="http://schemas.openxmlformats.org/officeDocument/2006/relationships/notesSlide" Target="/ppt/notesSlides/notesSlide6.xml" Id="R4f2dc690c1bb4b1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09ec55402e4b86" /><Relationship Type="http://schemas.openxmlformats.org/officeDocument/2006/relationships/notesSlide" Target="/ppt/notesSlides/notesSlide7.xml" Id="R4c632129007845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35f86a94941be" /><Relationship Type="http://schemas.openxmlformats.org/officeDocument/2006/relationships/notesSlide" Target="/ppt/notesSlides/notesSlide8.xml" Id="R8196a9e53a1345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e6d85b5754387" /><Relationship Type="http://schemas.openxmlformats.org/officeDocument/2006/relationships/notesSlide" Target="/ppt/notesSlides/notesSlide9.xml" Id="R0c06c9ea63d649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99275f82e4dd2" /><Relationship Type="http://schemas.openxmlformats.org/officeDocument/2006/relationships/notesSlide" Target="/ppt/notesSlides/notesSlide10.xml" Id="R06c2c321cccb4ef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F4C542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CNN balanced</c:v>
              </c:pt>
              <c:pt idx="1">
                <c:v>Thumbnail kNN</c:v>
              </c:pt>
              <c:pt idx="2">
                <c:v>RGB histogram</c:v>
              </c:pt>
              <c:pt idx="3">
                <c:v>Color mean</c:v>
              </c:pt>
              <c:pt idx="4">
                <c:v>Edge hist</c:v>
              </c:pt>
            </c:strLit>
          </c:cat>
          <c:val>
            <c:numLit>
              <c:formatCode>General</c:formatCode>
              <c:ptCount val="5"/>
              <c:pt idx="0">
                <c:v>90.24</c:v>
              </c:pt>
              <c:pt idx="1">
                <c:v>87.8</c:v>
              </c:pt>
              <c:pt idx="2">
                <c:v>85.37</c:v>
              </c:pt>
              <c:pt idx="3">
                <c:v>78.05</c:v>
              </c:pt>
              <c:pt idx="4">
                <c:v>58.54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C52F36-2EB8-429A-B05F-5A58EA0D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E478C9-F3EC-46B2-84B1-9C695DDE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90550"/>
            <a:ext cx="385762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313085e3642e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876300"/>
            <a:ext cx="3143250" cy="3143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2F010-28D0-4F05-8C0F-34EF148A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奶龙还是奶蛙？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44E76-46F0-4B45-8EC4-14745729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47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一个图像分类项目的诞生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DB1EA4-6C0F-4AD8-8559-BAAAE2D5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81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从网络图片识别的必要性出发，完成数据整理、CNN 训练、Web 交互、算法对比与 GitHub 版本迭代。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B89DE-F5E4-49A0-8362-01131F0C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381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F4C5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8E86C-AF92-4579-916C-B5530A2F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项目汇报 PPT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67B46-2990-42F1-ADE5-D6C6AE01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F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FD0E6"/>
                </a:solidFill>
                <a:latin typeface="Microsoft YaHei"/>
                <a:ea typeface="Microsoft YaHei"/>
                <a:cs typeface="Microsoft YaHei"/>
              </a:rPr>
              <a:t>PyTorch · Local Web UI · Algorithm Comparison · GitHub commits</a:t>
            </a:r>
          </a:p>
        </p:txBody>
      </p:sp>
    </p:spTree>
    <p:extLst>
      <p:ext uri="{BB962C8B-B14F-4D97-AF65-F5344CB8AC3E}">
        <p14:creationId xmlns:p14="http://schemas.microsoft.com/office/powerpoint/2010/main" val="1309703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4E2B7E-ED65-404D-8B48-A5165F12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E9278-8734-4E6E-B884-5281F19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C6E1F-AAF6-497B-AFED-6566056E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为什么这个项目是必要的？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01C4-B280-4761-A0B1-D433FC00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3AAB0B-474D-4C79-987F-8E6F6166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F5BE6-33FF-476F-98DA-40903B6D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图像是信息载体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A622C-7BF5-47F4-8711-30918642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表情包、截图、角色图和二创内容，都需要被机器理解和管理。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D1A47-719E-4551-BB3B-D2F86AC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D7632-67CC-4AAC-8481-9A0687BC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5CE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5D6F5-B23C-4EC7-AC29-1B70CDC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分类是第一步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DDF43-0144-41E9-8CAD-141ACA06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718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只有先判断“这是什么”，后面才有搜索、归档、清洗和推荐。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FDA35-05D1-4CF4-B9EC-347A04C9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291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852E4-37C5-4168-91EA-1A29F22C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E8C29A-DAA0-4435-9058-1BE6AE4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62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奶龙 / 奶蛙是具体入口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21B09-AD1C-47F5-83F7-0377225F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2571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对象很可爱，但任务本质是让计算机从相似图片中提取差异。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7420F-295B-4642-B30A-C3A6F922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29100"/>
            <a:ext cx="66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3B0FB0-ECB8-436A-B302-D54FBD64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81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它不是“做着玩”的分类器，而是数据整理、功能扩展和智能分析的基础环节。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EF4E0-2D3D-452E-8994-BA278CF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8519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65D9C1-860F-41B4-9EA8-2EB557FB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91942-473E-4FD6-ABC0-5EBD3881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C24B8-AB36-4DCF-966F-AE9D7CF0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数据来源与样例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DA77B-A5DC-44A4-B92E-448F23BA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A64F3-19A8-4FC8-925B-637A5F2A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971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数据来自 GitHub 开源项目 spawner1145/NailongRecognize，以及从小红书等平台下载整理的图片。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4EB98-E9DF-4220-9492-10582D69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32575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113387fdd40e5"/>
          <a:srcRect xmlns:a="http://schemas.openxmlformats.org/drawingml/2006/main" l="0" t="15686" r="0" b="15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647950"/>
            <a:ext cx="2914650" cy="200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09B0B1-529F-4634-AE69-AE4B56E0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奶龙样例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095ED-381D-4D3F-BA3D-752258FB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典型外观清晰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480C6-DEF2-47F9-A7AC-6019C06D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76500"/>
            <a:ext cx="32575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587bb7e114d54"/>
          <a:srcRect xmlns:a="http://schemas.openxmlformats.org/drawingml/2006/main" l="0" t="25490" r="0" b="25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29150" y="2647950"/>
            <a:ext cx="2914650" cy="2000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E25AB-DB7B-4B22-9633-18228540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00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奶蛙样例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CB0F9-7554-4E63-B7BD-9569321C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054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场景复杂、风格多样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BBBE4-A725-4ECB-8CCC-67540D91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2575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5089a1f5d4e61"/>
          <a:srcRect xmlns:a="http://schemas.openxmlformats.org/drawingml/2006/main" l="0" t="15686" r="0" b="15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43900" y="2647950"/>
            <a:ext cx="2914650" cy="2000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D0A732-4D0D-4155-AB62-83156121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006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奶蛙样例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A825B-8027-44F6-A3AA-40A40AA3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054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带文字与强背景效果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2004B-5C26-4A92-8D94-91A96969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44654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117B61-7A73-45DE-B954-B21CFFE5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20D370-69C9-4520-BB39-7DE2FE83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D18D2-61B0-4F7F-914F-B9CA6709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从图片到结果：项目流程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D4878-DAB3-424F-AE2A-92D7F34E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F9E6E-4F2D-49FE-B822-C483E3A4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8E847-FCDD-4F4B-8BCC-22A3E513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812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收集数据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076C7-ECE9-4830-8E67-ACE8BF6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431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GitHub + 小红书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ED940-C074-443A-9F52-0E5E4F5A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4479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4F5CD5-4F9B-4568-A5FC-70FA2FC2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9B62C-CD6A-4353-AB66-20DF49CA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812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预处理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33B72-E106-4CCE-828A-1B9EDBBB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431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水印弱化 / 数据增强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F1EAC-A95D-4814-97C9-C6B417B0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479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5244B-AA19-4C6F-B86E-2E784372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64F0C-2C52-4013-9B90-E095B2DA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812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划分数据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A4C7E-EE3C-41E1-9AB2-45A2DCC4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431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train / test / generalization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242E49-1BE4-4AA1-92AC-1AB6AB00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290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E2F2B-76BA-4823-A555-A8A239A2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576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训练模型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2E52F9-A008-4808-B9FC-46290AC4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95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轻量级 CNN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CE0ED-1B67-4D1B-916E-92802B7C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243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BAFAC-7F46-4F36-87D3-DD288F37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290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7079D-397B-4AFD-8F11-E41E1DC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576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交互预测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6FD40-42D7-4EDD-9B97-9C0DE5B2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195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本地 Web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A8CF88-7FDC-42ED-813E-26BEA58C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24325"/>
            <a:ext cx="2667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7389D4-ECF8-41CF-821F-4C09A9D5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290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7C921-74B8-42AF-8E64-76B83638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5762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输出报告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3ABFF-E693-46C8-9994-B0FFADDA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9575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准确率 / 混淆矩阵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2F54C4-66AB-4A9E-9A34-7E006CEB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核心目标：把抽象算法变成可看、可点、可验证的识别流程。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1845A6-E407-47C8-9868-454DF8FE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74747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9AF2F5-A8ED-4F9C-98FE-DE0AE68B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BF8F2-E4C1-4A8B-B4FF-C74041A5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FFD627-875C-4044-8435-AB40E4C5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交互界面：让模型真正可用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85F001-7B89-4C8D-8B27-884F7171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1657A-45E2-443E-864F-3A4AFC59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953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5C3986-9350-48BA-A502-7FE7A015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Web UI 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01270-7236-4782-84CE-B8159A5F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上传图片并预览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7D112-13B4-4738-9618-5C0F3251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004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选择 CNN 模型或传统算法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ECCDF-5896-4912-A895-FAF78BB5B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57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显示预测类别与置信度条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76362-259B-4ABB-9101-EB722C35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148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Compare all algorithms 横向对比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3EEEB-AEEC-49F6-9105-91B2E857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720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• 接受正确结果并补充到数据集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96957-8C42-4145-B132-BF4D6843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4524375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5CE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B22839-1DB4-49B4-8B9F-9C041C64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3619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演示时重点讲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960FB-388F-407F-A80E-1604D583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3619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用户看到的不只是一个冷冰冰的分类结果，还能知道模型这次到底有多确定。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5910C-235E-4FBD-B174-108333DE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本地地址：127.0.0.1:8770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C930A-236C-482A-8DF4-120942FF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28437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AF0171-0826-4D06-8F42-B03FCAB6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6B9B81-45CD-4A7E-A4B5-41700797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09918-F66C-4FF3-A61B-F4074F6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算法对比：CNN 效果最好，但基线也有价值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76D28-3330-4B6D-90E2-D443A297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895350" y="1952625"/>
          <a:ext xmlns:a="http://schemas.openxmlformats.org/drawingml/2006/main" cx="6286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2f6164c9c74e5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BC2F3-36BE-4302-9DBA-EB7CBABD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31432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1355A-7FF8-4685-9B0F-EBAD8D1F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860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测试集结果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959B4-2B30-4BB2-A4F7-31AE33F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A4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3A455"/>
                </a:solidFill>
                <a:latin typeface="Microsoft YaHei"/>
                <a:ea typeface="Microsoft YaHei"/>
                <a:cs typeface="Microsoft YaHei"/>
              </a:rPr>
              <a:t>37 / 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E9EFA-F7EA-4103-A5A5-545C6E29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CNN balanced 正确数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27038-E1E9-4A1A-9836-263D5696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准确率约 90.24%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DAF71-D257-4CED-A0E9-D412575DE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769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传统算法作为对照基线，帮助判断深度模型是否真正学到了有效特征。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F48D5-B877-4633-91B3-8BDC2BA9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5267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5F933-5810-4AC9-B14F-F3165F48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7D68A-4DED-4D7E-938D-C6179584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5B4343-FE67-4A41-9AE0-A252CF2F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GitHub commits：从上传到完整流程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36F21-72B0-4C1C-8EE1-564AABA3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38EFE-08DE-464A-9EAE-6F557542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876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20563-80E8-49A4-8786-DCFB3B0B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23FD1-2F47-472B-9813-0ED1BEA7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511AE-A3FF-4D4C-8C8A-CA5F15B3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52C6BD-593E-468A-A694-8ECD9959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Initial commit / Add files via 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B647F-FB97-4587-81A1-A43A64DA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390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项目开始上传，建立基础仓库。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2C4E4-0A28-410F-83EC-0433BE66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B96DB-6732-4968-8A43-D0C28B14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3E90E-9BB1-4B2D-8487-6C1BE8D3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A5DD10-EB4F-49C8-B73B-29FEC217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48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Add image datasets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619DF2-CBE7-4B77-BEBF-E34EA8F7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33800"/>
            <a:ext cx="1390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加入图像数据，为训练和测试打基础。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FB3C0-5FC8-43A0-B4F7-A1BE49F6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60E510-F9C5-419F-A4CC-7E986AB5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5F1BE2-06D3-4022-8EBF-F5CB21DF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58518-DA61-47C3-81D5-91377AE3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Add selectable algorithms and dataset visualization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1C176-CF71-445A-B9EB-4A6D1BE9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33800"/>
            <a:ext cx="1390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加入算法选择与数据分布展示。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CE7BD-7C79-4E6A-984E-0BD68AE1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8D554-7058-42B8-9D80-CC448A01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0BC6D2-FE28-4F43-8AE4-0B5EC4A3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13AF00-4058-4C04-88DA-130A25D4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48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Add algorithm comparison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C7170-1A92-40D6-AFC1-AFA7843F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33800"/>
            <a:ext cx="1390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形成批量算法对比与报告输出。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4E07A-83B3-40D0-A8AB-CAB1D35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1907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9D4DC-7307-4801-8E6C-3ED4CF75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76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2026-06-17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E8C6A5-D9EB-43D5-AC54-FA6D035D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38450"/>
            <a:ext cx="1714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5CE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B6E76-B3E5-4153-9C5E-66DBF6DF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48000"/>
            <a:ext cx="1390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Refresh project README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286389-FBCB-4C3E-BF2B-F603B45D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33800"/>
            <a:ext cx="1390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完善 README，并加入 co-author 信息。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D3A6A5-05EA-48E8-AE65-0B2AD05E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2450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这条提交线对应了开发节奏：先传上去，再补数据、补界面、补算法对比，最后整理说明文档。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BC227-6F4C-437C-855A-BD037148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36421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2BBA9-93FC-4CAC-9062-668B3B13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76A9A-6147-4566-A9E6-A469DB0E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D4C0B-852A-43A7-BB39-FDAF1185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开发过程：第一次完整上传，也是真的花了力气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16A77-C505-4DA3-A057-8459A88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A2E5-143D-4008-A12A-72CB0869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"/>
            <a:ext cx="952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BB343F-9BA7-4F3D-B52E-8F670989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1336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第一次完整上传 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72B04-FEE4-45A0-A569-15275CB8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仓库结构、提交记录、README 和文件路径都需要边做边学。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AD3CB-574D-4F84-9C34-2230421F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24200"/>
            <a:ext cx="952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14028-E14F-4FBE-A20B-E4EA5D4C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功能不是一次成型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C7696-3E99-4D64-833D-DFA3C7E4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数据、模型、UI、算法对比是在多次 commit 中逐步补齐的。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6091F-A870-41D9-AD1A-8F541C66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9525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6BC41-1CF2-4F08-BB3E-FA272AC6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33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项目价值不只在模型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1F8C8-7F26-40F9-8415-E3E5FB8C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完整经历了数据收集、训练、评估、展示和版本管理。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29878-75F8-4DF8-A91F-4E3B5F99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150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课程项目不只是让模型跑起来，也要让项目真正“交得出去、看得明白”。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7F189-77E8-44F5-A71C-37914A30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70234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31C61-C392-43A0-872E-2E1D0AA8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5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3FBF7-90BB-4294-A493-6B251A90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Nailong / Naiwa Image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E3847-04AE-4C49-9FDC-429E96990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不足：清楚知道边界，才方便继续扩展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10943-6A23-4605-A2FB-48545327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F4F55-FDEC-47B2-A06E-D0389F99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DA4BF-DFC7-401E-B46E-29DBA5F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621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数据量偏小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E1648-9C21-4B53-BF52-294566F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431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测试集只有 41 张，准确率有偶然性。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01E0-20B3-408C-BE23-34833D1F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52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4EC46-AE27-47AF-843F-340E012E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621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类别有限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3BAEA-C4F5-45FF-A246-1543673B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431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只能区分奶龙和奶蛙，不能处理无关图片。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8AB71-5B6B-4957-ABEF-440432A6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208B1E-A048-4C13-B085-ED935984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861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泛化仍需验证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8BF528-853C-44EF-894C-174B2BCE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671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背景、水印、压缩质量都会影响判断。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564CF-4513-407E-93E0-9ECFDF62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476625"/>
            <a:ext cx="4762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9DFBF-2B9E-41C0-8229-C7132DF1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86175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85D4F"/>
                </a:solidFill>
                <a:latin typeface="Microsoft YaHei"/>
                <a:ea typeface="Microsoft YaHei"/>
                <a:cs typeface="Microsoft YaHei"/>
              </a:rPr>
              <a:t>功能未完全实现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33EE7-450F-4C53-9AD5-9879F5FA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671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2A"/>
                </a:solidFill>
                <a:latin typeface="Microsoft YaHei"/>
                <a:ea typeface="Microsoft YaHei"/>
                <a:cs typeface="Microsoft YaHei"/>
              </a:rPr>
              <a:t>云端数据库、历史记录、多人协作还没做完。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4DD00-4A41-422E-9F36-A54C61A8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14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2545"/>
                </a:solidFill>
                <a:latin typeface="Microsoft YaHei"/>
                <a:ea typeface="Microsoft YaHei"/>
                <a:cs typeface="Microsoft YaHei"/>
              </a:rPr>
              <a:t>时间原因让一些想法没能落地，但这些不足也正好指向后续优化方向。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523334-C051-4DCF-BE4D-61967975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198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08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28637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E7C652-BA22-4A3D-A051-AC1C1B4F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下一步：从本地小工具走向在线识别系统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7B3A7-8908-450F-BDEF-D926876C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5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83AC5-7A6A-4E97-80F0-665D9AF4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7E017-320E-469E-859B-D283C96F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扩数据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6F906-0DBF-4C38-BB00-DE0359C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更多来源、更多画质、更多背景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C376F4-D366-4A8D-9888-0A76909E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69C6E-78D8-415E-96F8-00D379FC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查错样本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EAA87-7A3C-4416-ABBF-6159655D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52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整理易混淆图片，针对性补充训练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9BDF95-5263-4A13-BD1E-33DB9D79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5745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CE9CD-6217-48D7-A33D-AEEE250A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强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9E5AD-897F-4844-938F-F3B11ED4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批量预测、历史记录、人工修正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A9410-E1CD-45A0-9690-995170D3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57450"/>
            <a:ext cx="22479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9525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D271D-6C5E-41DD-A0A9-21135242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上云端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2BF2F-5077-4D9C-8E6B-3F868993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1790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E8F7"/>
                </a:solidFill>
                <a:latin typeface="Microsoft YaHei"/>
                <a:ea typeface="Microsoft YaHei"/>
                <a:cs typeface="Microsoft YaHei"/>
              </a:rPr>
              <a:t>数据库保存上传、预测和标签记录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53970-0B50-49CF-8EAA-7E86C14E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86375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总结：项目虽然不大，但已经完成从数据准备、模型训练、单图预测、算法对比到报告输出的完整闭环。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B5EF50-23FB-43E9-80F4-DB5F5F6F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191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4C542"/>
                </a:solidFill>
                <a:latin typeface="Microsoft YaHei"/>
                <a:ea typeface="Microsoft YaHei"/>
                <a:cs typeface="Microsoft YaHei"/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16939816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2026-06-17T17:12:15.5190000Z</dcterms:created>
  <dcterms:modified xsi:type="dcterms:W3CDTF">2026-06-17T17:12:15.5190000Z</dcterms:modified>
</coreProperties>
</file>