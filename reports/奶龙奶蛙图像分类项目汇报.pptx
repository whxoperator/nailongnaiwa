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</p:sldIdLst>
  <p:sldSz cx="12192000" cy="6858000"/>
  <p:notesSz cx="6858000" cy="9144000"/>
  <p:custDataLst>
    <p:tags r:id="rId16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Accuracy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4C542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{"CNN balanced","Thumbnail kNN","RGB histogram","Color mean","Edge hist"}</c:f>
              <c:strCache>
                <c:ptCount val="5"/>
                <c:pt idx="0">
                  <c:v>CNN balanced</c:v>
                </c:pt>
                <c:pt idx="1">
                  <c:v>Thumbnail kNN</c:v>
                </c:pt>
                <c:pt idx="2">
                  <c:v>RGB histogram</c:v>
                </c:pt>
                <c:pt idx="3">
                  <c:v>Color mean</c:v>
                </c:pt>
                <c:pt idx="4">
                  <c:v>Edge hist</c:v>
                </c:pt>
              </c:strCache>
            </c:strRef>
          </c:cat>
          <c:val>
            <c:numRef>
              <c:f>{90.24,87.8,85.37,78.05,58.54}</c:f>
              <c:numCache>
                <c:formatCode>General</c:formatCode>
                <c:ptCount val="5"/>
                <c:pt idx="0">
                  <c:v>90.24</c:v>
                </c:pt>
                <c:pt idx="1">
                  <c:v>87.8</c:v>
                </c:pt>
                <c:pt idx="2">
                  <c:v>85.37</c:v>
                </c:pt>
                <c:pt idx="3">
                  <c:v>78.05</c:v>
                </c:pt>
                <c:pt idx="4">
                  <c:v>58.54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7067550" y="590550"/>
            <a:ext cx="3857625" cy="3857625"/>
          </a:xfrm>
          <a:prstGeom prst="roundRect">
            <a:avLst>
              <a:gd name="adj" fmla="val 1975"/>
            </a:avLst>
          </a:prstGeom>
          <a:solidFill>
            <a:srgbClr val="FFFFFF">
              <a:alpha val="7843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29500" y="876300"/>
            <a:ext cx="3143250" cy="314325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685800" y="819150"/>
            <a:ext cx="609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奶龙还是奶蛙？</a:t>
            </a:r>
            <a:endParaRPr sz="4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619250"/>
            <a:ext cx="6477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一个图像分类项目的诞生</a:t>
            </a:r>
            <a:endParaRPr sz="31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2895600"/>
            <a:ext cx="5810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从网络图片识别的必要性出发，完成数据整理、CNN 训练、Web 交互、算法对比与 GitHub 版本迭代。</a:t>
            </a:r>
            <a:endParaRPr sz="1800" b="0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42950" y="4495800"/>
            <a:ext cx="2381250" cy="419100"/>
          </a:xfrm>
          <a:prstGeom prst="roundRect">
            <a:avLst>
              <a:gd name="adj" fmla="val 18182"/>
            </a:avLst>
          </a:prstGeom>
          <a:solidFill>
            <a:srgbClr val="F4C542"/>
          </a:solidFill>
          <a:ln w="9525">
            <a:solidFill>
              <a:srgbClr val="F4C54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45910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项目汇报 PPT</a:t>
            </a:r>
            <a:endParaRPr sz="15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6096000"/>
            <a:ext cx="628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FD0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FD0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 · Local Web UI · Algorithm Comparison · GitHub commits</a:t>
            </a:r>
            <a:endParaRPr sz="1050" b="0">
              <a:solidFill>
                <a:srgbClr val="BFD0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为什么这个项目是必要的？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20955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3622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图像是信息载体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971800"/>
            <a:ext cx="2571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表情包、截图、角色图和二创内容，都需要被机器理解和管理。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4229100"/>
            <a:ext cx="66675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419600" y="20955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FF5CE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86300" y="23622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分类是第一步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86300" y="2971800"/>
            <a:ext cx="2571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只有先判断“这是什么”，后面才有搜索、归档、清洗和推荐。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4229100"/>
            <a:ext cx="666750" cy="571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058150" y="20955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23622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奶龙 / 奶蛙是具体入口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24850" y="2971800"/>
            <a:ext cx="2571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对象很可爱，但任务本质是让计算机从相似图片中提取差异。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24850" y="4229100"/>
            <a:ext cx="66675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5334000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它不是“做着玩”的分类器，而是数据整理、功能扩展和智能分析的基础环节。</a:t>
            </a:r>
            <a:endParaRPr sz="19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数据来源与样例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1695450"/>
            <a:ext cx="971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数据来自 GitHub 开源项目 spawner1145/NailongRecognize，以及从小红书等平台下载整理的图片。</a:t>
            </a:r>
            <a:endParaRPr sz="16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42950" y="2476500"/>
            <a:ext cx="32575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t="15686" b="15686"/>
          <a:stretch>
            <a:fillRect/>
          </a:stretch>
        </p:blipFill>
        <p:spPr>
          <a:xfrm>
            <a:off x="914400" y="2647950"/>
            <a:ext cx="2914650" cy="20002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971550" y="48006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奶龙样例</a:t>
            </a:r>
            <a:endParaRPr sz="15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5105400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典型外观清晰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57700" y="2476500"/>
            <a:ext cx="32575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rcRect t="25490" b="25490"/>
          <a:stretch>
            <a:fillRect/>
          </a:stretch>
        </p:blipFill>
        <p:spPr>
          <a:xfrm>
            <a:off x="4629150" y="2647950"/>
            <a:ext cx="2914650" cy="200025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4686300" y="48006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奶蛙样例</a:t>
            </a:r>
            <a:endParaRPr sz="15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5105400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场景复杂、风格多样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172450" y="2476500"/>
            <a:ext cx="32575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15686" b="15686"/>
          <a:stretch>
            <a:fillRect/>
          </a:stretch>
        </p:blipFill>
        <p:spPr>
          <a:xfrm>
            <a:off x="8343900" y="2647950"/>
            <a:ext cx="2914650" cy="20002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8401050" y="48006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奶蛙样例</a:t>
            </a:r>
            <a:endParaRPr sz="15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01050" y="5105400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带文字与强背景效果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从图片到结果：项目流程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9526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21812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收集数据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25431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+ 小红书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924300" y="2447925"/>
            <a:ext cx="2667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419600" y="19526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48200" y="21812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预处理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25431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水印弱化 / 数据增强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62850" y="2447925"/>
            <a:ext cx="2667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058150" y="19526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286750" y="21812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划分数据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5431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 / test / generalization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81050" y="36290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09650" y="38576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训练模型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09650" y="42195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轻量级 CNN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24300" y="4124325"/>
            <a:ext cx="2667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4419600" y="36290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648200" y="38576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交互预测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48200" y="42195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Web UI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562850" y="4124325"/>
            <a:ext cx="2667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8058150" y="362902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286750" y="385762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输出报告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286750" y="42195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 / 混淆矩阵</a:t>
            </a:r>
            <a:endParaRPr sz="127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43000" y="57150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核心目标：把抽象算法变成可看、可点、可验证的识别流程。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交互界面：让模型真正可用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80975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1145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UI 功能</a:t>
            </a:r>
            <a:endParaRPr sz="20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62050" y="27432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上传图片并预览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62050" y="32004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选择 CNN 模型或传统算法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36576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显示预测类别与置信度条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62050" y="41148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Compare all algorithms 横向对比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5720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接受正确结果并补充到数据集</a:t>
            </a:r>
            <a:endParaRPr sz="15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334125" y="1809750"/>
            <a:ext cx="4524375" cy="3429000"/>
          </a:xfrm>
          <a:prstGeom prst="roundRect">
            <a:avLst>
              <a:gd name="adj" fmla="val 2222"/>
            </a:avLst>
          </a:prstGeom>
          <a:solidFill>
            <a:srgbClr val="FFF5CE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67500" y="2152650"/>
            <a:ext cx="361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演示时重点讲</a:t>
            </a:r>
            <a:endParaRPr sz="20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67500" y="2800350"/>
            <a:ext cx="36195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用户看到的不只是一个冷冰冰的分类结果，还能知道模型这次到底有多确定。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0" y="4229100"/>
            <a:ext cx="342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本地地址：127.0.0.1:8770</a:t>
            </a:r>
            <a:endParaRPr sz="1500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算法对比：CNN 效果最好，但基线也有价值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="895350" y="1952625"/>
          <a:ext cx="6286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圆角矩形 5"/>
          <p:cNvSpPr>
            <a:spLocks noGrp="1"/>
          </p:cNvSpPr>
          <p:nvPr/>
        </p:nvSpPr>
        <p:spPr>
          <a:xfrm>
            <a:off x="7715250" y="2000250"/>
            <a:ext cx="314325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981950" y="22860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测试集结果</a:t>
            </a:r>
            <a:endParaRPr sz="19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0" y="2800350"/>
            <a:ext cx="238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900" b="1">
                <a:solidFill>
                  <a:srgbClr val="23A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23A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 / 41</a:t>
            </a:r>
            <a:endParaRPr sz="3900" b="1">
              <a:solidFill>
                <a:srgbClr val="23A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20050" y="33718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 balanced 正确数</a:t>
            </a:r>
            <a:endParaRPr sz="1350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0" y="39052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准确率约 90.24%</a:t>
            </a:r>
            <a:endParaRPr sz="22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56769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传统算法作为对照基线，帮助判断深度模型是否真正学到了有效特征。</a:t>
            </a:r>
            <a:endParaRPr sz="17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commits：从上传到完整流程</a:t>
            </a:r>
            <a:endParaRPr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2266950"/>
            <a:ext cx="8763000" cy="38100"/>
          </a:xfrm>
          <a:prstGeom prst="rect">
            <a:avLst/>
          </a:prstGeom>
          <a:solidFill>
            <a:srgbClr val="D9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1343025" y="2190750"/>
            <a:ext cx="209550" cy="209550"/>
          </a:xfrm>
          <a:prstGeom prst="ellipse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2476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2026-06-16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71500" y="283845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048000"/>
            <a:ext cx="1390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Initial commit / Add files via upload</a:t>
            </a:r>
            <a:endParaRPr sz="12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3733800"/>
            <a:ext cx="1390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项目开始上传，建立基础仓库。</a:t>
            </a:r>
            <a:endParaRPr sz="10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3533775" y="2190750"/>
            <a:ext cx="209550" cy="209550"/>
          </a:xfrm>
          <a:prstGeom prst="ellipse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009900" y="2476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2026-06-16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762250" y="283845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933700" y="3048000"/>
            <a:ext cx="1390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 image datasets</a:t>
            </a:r>
            <a:endParaRPr sz="12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33700" y="3733800"/>
            <a:ext cx="1390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加入图像数据，为训练和测试打基础。</a:t>
            </a:r>
            <a:endParaRPr sz="10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5724525" y="2190750"/>
            <a:ext cx="209550" cy="209550"/>
          </a:xfrm>
          <a:prstGeom prst="ellipse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200650" y="2476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2026-06-17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953000" y="283845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124450" y="3048000"/>
            <a:ext cx="1390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 selectable algorithms and dataset visualization</a:t>
            </a:r>
            <a:endParaRPr sz="12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24450" y="3733800"/>
            <a:ext cx="1390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加入算法选择与数据分布展示。</a:t>
            </a:r>
            <a:endParaRPr sz="10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7915275" y="2190750"/>
            <a:ext cx="209550" cy="209550"/>
          </a:xfrm>
          <a:prstGeom prst="ellipse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391400" y="2476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2026-06-17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143750" y="283845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315200" y="3048000"/>
            <a:ext cx="1390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 algorithm comparison workflow</a:t>
            </a:r>
            <a:endParaRPr sz="12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315200" y="3733800"/>
            <a:ext cx="1390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形成批量算法对比与报告输出。</a:t>
            </a:r>
            <a:endParaRPr sz="10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10106025" y="2190750"/>
            <a:ext cx="209550" cy="2095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82150" y="2476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2026-06-17</a:t>
            </a:r>
            <a:endParaRPr sz="1125" b="0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334500" y="283845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FFF5CE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505950" y="3048000"/>
            <a:ext cx="1390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 project README</a:t>
            </a:r>
            <a:endParaRPr sz="12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505950" y="3733800"/>
            <a:ext cx="1390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 README，并加入 co-author 信息。</a:t>
            </a:r>
            <a:endParaRPr sz="10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04900" y="5524500"/>
            <a:ext cx="9334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这条提交线对应了开发节奏：先传上去，再补数据、补界面、补算法对比，最后整理说明文档。</a:t>
            </a:r>
            <a:endParaRPr sz="172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95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Nailong / Naiwa Image Classifier</a:t>
            </a:r>
            <a:endParaRPr sz="1125" b="1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8763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</a:t>
            </a:r>
            <a:r>
              <a:rPr lang="zh-CN" sz="255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足</a:t>
            </a:r>
            <a:endParaRPr lang="zh-CN" sz="255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47800"/>
            <a:ext cx="838200" cy="57150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95262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2162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数据量偏小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5431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测试集只有 41 张，准确率有偶然性。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257925" y="195262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524625" y="2162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类别有限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24625" y="25431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只能区分奶龙和奶蛙，不能处理无关图片。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47662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3686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泛化仍需验证</a:t>
            </a:r>
            <a:endParaRPr sz="1875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40671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背景、水印、压缩质量都会影响判断。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257925" y="347662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0ED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524625" y="3686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E85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85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功能未完全实现</a:t>
            </a:r>
            <a:endParaRPr sz="1875" b="1">
              <a:solidFill>
                <a:srgbClr val="E85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24625" y="40671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云端数据库、历史记录、多人协作还没做完。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57300" y="567690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5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时间原因让一些想法没能落地，但这些不足也正好指向后续优化方向。</a:t>
            </a:r>
            <a:endParaRPr sz="1800" b="1">
              <a:solidFill>
                <a:srgbClr val="0B25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572750" y="64198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1">
              <a:solidFill>
                <a:srgbClr val="61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下一步：从本地小工具走向在线识别系统</a:t>
            </a:r>
            <a:endParaRPr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1428750"/>
            <a:ext cx="1143000" cy="66675"/>
          </a:xfrm>
          <a:prstGeom prst="rect">
            <a:avLst/>
          </a:prstGeom>
          <a:solidFill>
            <a:srgbClr val="F4C5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2457450"/>
            <a:ext cx="2247900" cy="1714500"/>
          </a:xfrm>
          <a:prstGeom prst="roundRect">
            <a:avLst>
              <a:gd name="adj" fmla="val 4444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2781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扩数据</a:t>
            </a:r>
            <a:endParaRPr sz="22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" y="3352800"/>
            <a:ext cx="1790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更多来源、更多画质、更多背景</a:t>
            </a:r>
            <a:endParaRPr sz="1425" b="0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600450" y="2457450"/>
            <a:ext cx="2247900" cy="1714500"/>
          </a:xfrm>
          <a:prstGeom prst="roundRect">
            <a:avLst>
              <a:gd name="adj" fmla="val 4444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848100" y="2781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查错样本</a:t>
            </a:r>
            <a:endParaRPr sz="22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829050" y="3352800"/>
            <a:ext cx="1790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整理易混淆图片，针对性补充训练</a:t>
            </a:r>
            <a:endParaRPr sz="1425" b="0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324600" y="2457450"/>
            <a:ext cx="2247900" cy="1714500"/>
          </a:xfrm>
          <a:prstGeom prst="roundRect">
            <a:avLst>
              <a:gd name="adj" fmla="val 4444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2781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 UI</a:t>
            </a:r>
            <a:endParaRPr sz="22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53200" y="3352800"/>
            <a:ext cx="1790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批量预测、历史记录、人工修正</a:t>
            </a:r>
            <a:endParaRPr sz="1425" b="0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048750" y="2457450"/>
            <a:ext cx="2247900" cy="1714500"/>
          </a:xfrm>
          <a:prstGeom prst="roundRect">
            <a:avLst>
              <a:gd name="adj" fmla="val 4444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296400" y="2781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上云端</a:t>
            </a:r>
            <a:endParaRPr sz="22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277350" y="3352800"/>
            <a:ext cx="1790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DC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数据库保存上传、预测和标签记录</a:t>
            </a:r>
            <a:endParaRPr sz="1425" b="0">
              <a:solidFill>
                <a:srgbClr val="DC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04900" y="5286375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总结：项目虽然不大，但已经完成从数据准备、模型训练、单图预测、算法对比到报告输出的完整闭环。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619500" y="61912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4C5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sz="1650" b="1">
              <a:solidFill>
                <a:srgbClr val="F4C5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mI1N2I3NzE1YzQ4YzNlNDFhMDAxNGY1MWVkZjJiZTU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1664</Words>
  <Application>WPS 演示</Application>
  <PresentationFormat>Converted Presentation</PresentationFormat>
  <Paragraphs>206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嚯嚯嚯哈哈哈哈嘿嘿嘿</cp:lastModifiedBy>
  <cp:revision>1</cp:revision>
  <dcterms:created xsi:type="dcterms:W3CDTF">2026-06-17T17:20:55Z</dcterms:created>
  <dcterms:modified xsi:type="dcterms:W3CDTF">2026-06-17T17:20:55Z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A6F40C60DE5F41DCA55F376D0B5FDA11_12</vt:lpwstr>
  </property>
  <property fmtid="{D5CDD505-2E9C-101B-9397-08002B2CF9AE}" pid="3" name="KSOProductBuildVer">
    <vt:lpwstr>2052-12.1.0.18276</vt:lpwstr>
  </property>
</Properties>
</file>