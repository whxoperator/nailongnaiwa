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ec3be490e34839" /><Relationship Type="http://schemas.openxmlformats.org/officeDocument/2006/relationships/extended-properties" Target="/docProps/app.xml" Id="R47bc867e8f6a45d1" /><Relationship Type="http://schemas.openxmlformats.org/officeDocument/2006/relationships/officeDocument" Target="/ppt/presentation.xml" Id="R35f9219e85cf4f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fba61a768a4f0d"/>
  </p:sldMasterIdLst>
  <p:notesMasterIdLst>
    <p:notesMasterId xmlns:r="http://schemas.openxmlformats.org/officeDocument/2006/relationships" r:id="R9c5421a7c6f64189"/>
  </p:notesMasterIdLst>
  <p:sldIdLst>
    <p:sldId xmlns:r="http://schemas.openxmlformats.org/officeDocument/2006/relationships" id="256" r:id="R9eb2a8a004b843d1"/>
    <p:sldId xmlns:r="http://schemas.openxmlformats.org/officeDocument/2006/relationships" id="257" r:id="Rf76771b6630f4737"/>
    <p:sldId xmlns:r="http://schemas.openxmlformats.org/officeDocument/2006/relationships" id="258" r:id="R64cd9178a52f488f"/>
    <p:sldId xmlns:r="http://schemas.openxmlformats.org/officeDocument/2006/relationships" id="259" r:id="R634764d4ed724b9a"/>
    <p:sldId xmlns:r="http://schemas.openxmlformats.org/officeDocument/2006/relationships" id="260" r:id="Rf01009acfb3f47c4"/>
    <p:sldId xmlns:r="http://schemas.openxmlformats.org/officeDocument/2006/relationships" id="261" r:id="R641054ce419a4547"/>
    <p:sldId xmlns:r="http://schemas.openxmlformats.org/officeDocument/2006/relationships" id="262" r:id="Ra9f2195c859048c6"/>
    <p:sldId xmlns:r="http://schemas.openxmlformats.org/officeDocument/2006/relationships" id="263" r:id="Rf5d3011cff424bc5"/>
    <p:sldId xmlns:r="http://schemas.openxmlformats.org/officeDocument/2006/relationships" id="264" r:id="R5397763154a74f27"/>
    <p:sldId xmlns:r="http://schemas.openxmlformats.org/officeDocument/2006/relationships" id="265" r:id="R703ecaee65934f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b42db1427f439f" /><Relationship Type="http://schemas.openxmlformats.org/officeDocument/2006/relationships/slideMaster" Target="/ppt/slideMasters/slideMaster1.xml" Id="R30fba61a768a4f0d" /><Relationship Type="http://schemas.openxmlformats.org/officeDocument/2006/relationships/notesMaster" Target="/ppt/notesMasters/notesMaster1.xml" Id="R9c5421a7c6f64189" /><Relationship Type="http://schemas.openxmlformats.org/officeDocument/2006/relationships/presProps" Target="/ppt/presProps.xml" Id="R584141db454e4fe1" /><Relationship Type="http://schemas.openxmlformats.org/officeDocument/2006/relationships/tableStyles" Target="/ppt/tableStyles.xml" Id="R0af6660bba2e4da2" /><Relationship Type="http://schemas.openxmlformats.org/officeDocument/2006/relationships/slide" Target="/ppt/slides/slide1.xml" Id="R9eb2a8a004b843d1" /><Relationship Type="http://schemas.openxmlformats.org/officeDocument/2006/relationships/slide" Target="/ppt/slides/slide2.xml" Id="Rf76771b6630f4737" /><Relationship Type="http://schemas.openxmlformats.org/officeDocument/2006/relationships/slide" Target="/ppt/slides/slide3.xml" Id="R64cd9178a52f488f" /><Relationship Type="http://schemas.openxmlformats.org/officeDocument/2006/relationships/slide" Target="/ppt/slides/slide4.xml" Id="R634764d4ed724b9a" /><Relationship Type="http://schemas.openxmlformats.org/officeDocument/2006/relationships/slide" Target="/ppt/slides/slide5.xml" Id="Rf01009acfb3f47c4" /><Relationship Type="http://schemas.openxmlformats.org/officeDocument/2006/relationships/slide" Target="/ppt/slides/slide6.xml" Id="R641054ce419a4547" /><Relationship Type="http://schemas.openxmlformats.org/officeDocument/2006/relationships/slide" Target="/ppt/slides/slide7.xml" Id="Ra9f2195c859048c6" /><Relationship Type="http://schemas.openxmlformats.org/officeDocument/2006/relationships/slide" Target="/ppt/slides/slide8.xml" Id="Rf5d3011cff424bc5" /><Relationship Type="http://schemas.openxmlformats.org/officeDocument/2006/relationships/slide" Target="/ppt/slides/slide9.xml" Id="R5397763154a74f27" /><Relationship Type="http://schemas.openxmlformats.org/officeDocument/2006/relationships/slide" Target="/ppt/slides/slide10.xml" Id="R703ecaee65934f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49379e9bf45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1f04b58b146a0" /><Relationship Type="http://schemas.openxmlformats.org/officeDocument/2006/relationships/notesMaster" Target="/ppt/notesMasters/notesMaster1.xml" Id="Reeed5f2ec29e4b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4ca24a968d4d0a" /><Relationship Type="http://schemas.openxmlformats.org/officeDocument/2006/relationships/notesMaster" Target="/ppt/notesMasters/notesMaster1.xml" Id="R56d520bd8c7e49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2fb503153b4790" /><Relationship Type="http://schemas.openxmlformats.org/officeDocument/2006/relationships/notesMaster" Target="/ppt/notesMasters/notesMaster1.xml" Id="R95cf65871286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0cae96bcf45a9" /><Relationship Type="http://schemas.openxmlformats.org/officeDocument/2006/relationships/notesMaster" Target="/ppt/notesMasters/notesMaster1.xml" Id="R7fce7fb353ef47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614c3b6d16433d" /><Relationship Type="http://schemas.openxmlformats.org/officeDocument/2006/relationships/notesMaster" Target="/ppt/notesMasters/notesMaster1.xml" Id="R3d4960394fe248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4581b484a54238" /><Relationship Type="http://schemas.openxmlformats.org/officeDocument/2006/relationships/notesMaster" Target="/ppt/notesMasters/notesMaster1.xml" Id="Rbf094934e60649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cce94cb7df4351" /><Relationship Type="http://schemas.openxmlformats.org/officeDocument/2006/relationships/notesMaster" Target="/ppt/notesMasters/notesMaster1.xml" Id="Rad0fc8a755d94a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7aea06b5144d0b" /><Relationship Type="http://schemas.openxmlformats.org/officeDocument/2006/relationships/notesMaster" Target="/ppt/notesMasters/notesMaster1.xml" Id="Rc13ba30cc79d43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692ec8f944d6e" /><Relationship Type="http://schemas.openxmlformats.org/officeDocument/2006/relationships/notesMaster" Target="/ppt/notesMasters/notesMaster1.xml" Id="R32f7141f56b343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f59d560b9d4713" /><Relationship Type="http://schemas.openxmlformats.org/officeDocument/2006/relationships/notesMaster" Target="/ppt/notesMasters/notesMaster1.xml" Id="R47d44447185a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13c9de9564c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50b67d31eb4647" /><Relationship Type="http://schemas.openxmlformats.org/officeDocument/2006/relationships/slideLayout" Target="/ppt/slideLayouts/slideLayout1.xml" Id="R0a2fff6a852c45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2fff6a852c45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a0a4f2e3647af" /><Relationship Type="http://schemas.openxmlformats.org/officeDocument/2006/relationships/image" Target="/ppt/media/image.jpeg" Id="R1f8cc6192c1448b4" /><Relationship Type="http://schemas.openxmlformats.org/officeDocument/2006/relationships/notesSlide" Target="/ppt/notesSlides/notesSlide1.xml" Id="R0cad95a89643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54425f6e14f94" /><Relationship Type="http://schemas.openxmlformats.org/officeDocument/2006/relationships/notesSlide" Target="/ppt/notesSlides/notesSlide2.xml" Id="R1e397e81b5e9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435c5ae94db6" /><Relationship Type="http://schemas.openxmlformats.org/officeDocument/2006/relationships/image" Target="/ppt/media/image2.jpeg" Id="R2eceabcd968d484d" /><Relationship Type="http://schemas.openxmlformats.org/officeDocument/2006/relationships/image" Target="/ppt/media/image3.jpeg" Id="R5967ac154c624523" /><Relationship Type="http://schemas.openxmlformats.org/officeDocument/2006/relationships/image" Target="/ppt/media/image4.jpeg" Id="Rf16e9cc3c61642f1" /><Relationship Type="http://schemas.openxmlformats.org/officeDocument/2006/relationships/notesSlide" Target="/ppt/notesSlides/notesSlide3.xml" Id="Rc4254c70de9b46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4a6231dfb4284" /><Relationship Type="http://schemas.openxmlformats.org/officeDocument/2006/relationships/notesSlide" Target="/ppt/notesSlides/notesSlide4.xml" Id="R21dd2234ab8c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3420d5c24009" /><Relationship Type="http://schemas.openxmlformats.org/officeDocument/2006/relationships/notesSlide" Target="/ppt/notesSlides/notesSlide5.xml" Id="Rc0a2d6f38cb241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4ecd887b54bf7" /><Relationship Type="http://schemas.openxmlformats.org/officeDocument/2006/relationships/chart" Target="/ppt/slides/charts/chart1.xml" Id="R2d2baa620eea442d" /><Relationship Type="http://schemas.openxmlformats.org/officeDocument/2006/relationships/notesSlide" Target="/ppt/notesSlides/notesSlide6.xml" Id="Rbbab5551b6c0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bbb7f7a98420a" /><Relationship Type="http://schemas.openxmlformats.org/officeDocument/2006/relationships/notesSlide" Target="/ppt/notesSlides/notesSlide7.xml" Id="R75750c320d8140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9f38ee43b48e1" /><Relationship Type="http://schemas.openxmlformats.org/officeDocument/2006/relationships/notesSlide" Target="/ppt/notesSlides/notesSlide8.xml" Id="R352bf77978014b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2b552970f4c0c" /><Relationship Type="http://schemas.openxmlformats.org/officeDocument/2006/relationships/notesSlide" Target="/ppt/notesSlides/notesSlide9.xml" Id="R788104fc16474c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408b7afc749e9" /><Relationship Type="http://schemas.openxmlformats.org/officeDocument/2006/relationships/notesSlide" Target="/ppt/notesSlides/notesSlide10.xml" Id="Rd4f1c62f3d6049b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F4C54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CNN balanced</c:v>
              </c:pt>
              <c:pt idx="1">
                <c:v>Thumbnail kNN</c:v>
              </c:pt>
              <c:pt idx="2">
                <c:v>RGB histogram</c:v>
              </c:pt>
              <c:pt idx="3">
                <c:v>Color mean</c:v>
              </c:pt>
              <c:pt idx="4">
                <c:v>Edge hist</c:v>
              </c:pt>
            </c:strLit>
          </c:cat>
          <c:val>
            <c:numLit>
              <c:formatCode>General</c:formatCode>
              <c:ptCount val="5"/>
              <c:pt idx="0">
                <c:v>90.24</c:v>
              </c:pt>
              <c:pt idx="1">
                <c:v>87.8</c:v>
              </c:pt>
              <c:pt idx="2">
                <c:v>85.37</c:v>
              </c:pt>
              <c:pt idx="3">
                <c:v>78.05</c:v>
              </c:pt>
              <c:pt idx="4">
                <c:v>58.54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98064-E397-48C4-9D05-9B24519E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C826D-672D-44EB-84C4-4C2877A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0550"/>
            <a:ext cx="385762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cc6192c1448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8763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3B97C-6534-4E03-9796-B9A491F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奶龙还是奶蛙？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0CC80-3A11-4475-8A75-C952A5D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47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一个图像分类项目的诞生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D0D43-FEB7-4DAE-97CB-F6C71DD0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从网络图片识别的必要性出发，完成数据整理、CNN 训练、Web 交互、算法对比与 GitHub 版本迭代。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8DF7B-78A7-4E6A-9B2F-0BE46B3B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4C5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CFC4F-12C0-4698-92A9-4AEC7614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项目汇报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74912-F1AB-4640-B86D-77A4B537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rPr>
              <a:t>PyTorch · Local Web UI · Algorithm Comparison · GitHub commits</a:t>
            </a:r>
          </a:p>
        </p:txBody>
      </p:sp>
    </p:spTree>
    <p:extLst>
      <p:ext uri="{BB962C8B-B14F-4D97-AF65-F5344CB8AC3E}">
        <p14:creationId xmlns:p14="http://schemas.microsoft.com/office/powerpoint/2010/main" val="841910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BBE94-FB3E-476D-83EE-3DD7101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24E91-E9CE-4536-ABFD-12AE562C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9CE8C-81F4-4A3A-BB77-2C4BA9B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为什么这个项目是必要的？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AA5E6-3C08-445E-AC54-24C72308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6B7E-089F-4256-A612-49620056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B7CA5-1C33-4732-BAEB-02AC4010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图像是信息载体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FAC26-6540-428E-AAA2-F3C360C0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表情包、截图、角色图和二创内容，都需要被机器理解和管理。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0033F-2C51-4811-8D74-AA7283A5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67DA0-AD45-481C-9137-8B096BDA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4C7C9-6EF2-408E-BD13-FEC92B0B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分类是第一步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EAF31-79E6-465D-B097-E3FCCBEF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只有先判断“这是什么”，后面才有搜索、归档、清洗和推荐。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03E96-3386-4DF8-974F-A2A58DEA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D7B6E-BF2C-45CE-97C7-9B7ACC42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93886F-47E2-44E7-8DB5-61D423A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奶龙 / 奶蛙是具体入口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97E9E-D08D-4317-91CF-BBAD2E8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对象很可爱，但任务本质是让计算机从相似图片中提取差异。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B407F-C99E-439B-8BFD-E23D02B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CA92C-A236-4B28-94A6-CDB12360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它不是“做着玩”的分类器，而是数据整理、功能扩展和智能分析的基础环节。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B340D-3693-4F75-9CE9-5CEC1699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45430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853FC-FFB9-4BF8-BAA4-4523E293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1520-0CAD-4823-ACEE-1E74FCC8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3C5FB-8825-4E9C-BD62-31B252CD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数据来源与样例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E5DCB-A4B6-4A4B-93CF-BC324F6F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28E57-9BA6-4038-8112-E63919B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数据来自 GitHub 开源项目 spawner1145/NailongRecognize，以及从小红书等平台下载整理的图片。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EE5E5-85BC-4578-8FC1-471FE82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ceabcd968d484d"/>
          <a:srcRect xmlns:a="http://schemas.openxmlformats.org/drawingml/2006/main" l="0" t="15686" r="0" b="15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F3C26-6AE9-4E1D-8F15-011A150A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奶龙样例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674B0-7D25-430A-BBCC-69DA736D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典型外观清晰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9AF7-22FC-4C46-88DE-F799D2EB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7ac154c624523"/>
          <a:srcRect xmlns:a="http://schemas.openxmlformats.org/drawingml/2006/main" l="0" t="25490" r="0" b="2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8F338-FF67-41BE-A177-D3DB71C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奶蛙样例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DBA5E-4293-474D-897C-7BE575A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场景复杂、风格多样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3EEA5-482D-4DB8-B213-723D48AF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e9cc3c61642f1"/>
          <a:srcRect xmlns:a="http://schemas.openxmlformats.org/drawingml/2006/main" l="0" t="15686" r="0" b="15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2D2DE-45A6-4B7A-B062-8250BABA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奶蛙样例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1D516-27C4-4583-9C21-8DF8EC3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带文字与强背景效果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6358F-AF34-4A5A-BD28-18E615DF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7924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4C77F-D8D7-4938-84E5-42361CD0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5A159-6760-4950-9F6B-3EED25F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F75F6-EED2-4F9D-B902-5A5BF28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从图片到结果：项目流程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9053E-AD41-4838-8FFB-B92FBA03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2CA31-12D7-4B26-98CF-B34C56A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9439B-FBCB-4025-9679-9A487C0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收集数据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3A335-D9A8-4BD2-8C92-7E5255C5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GitHub + 小红书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AF761-A037-4774-9429-326AD430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479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41ACC-4427-47BA-8CAD-AD6F6DB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E9866-FD4E-452B-B015-98F20212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10668-BE8F-438F-8733-424FEAB0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水印弱化 / 数据增强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9040C-31A4-4DBC-BEC9-F2296A9F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479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D1556-F1A7-4DBC-AFD1-2DCF9188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7B785-DE9C-4359-8A3B-40E400C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划分数据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1B4CA-2F14-4650-836A-0C156773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train / test / generalization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6E664-E180-416C-87BB-79DE5585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9573D-8C66-4622-839F-8A6CE766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F171E-DF9F-4E95-9EA3-0A653333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轻量级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34C6E-48E2-4312-ABDA-E58D0E4B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243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BB591-F262-4ECF-9D23-6539FA1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AFBDC-64A5-4DD7-8A48-365DE322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交互预测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4FE3A-3083-4FFB-A583-32081CC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本地 Web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968C9E-04B9-44DF-8051-5D46FF8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243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264FD-A914-46A6-AAE0-D935E4CE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7CA9C-6047-4AB3-BF5F-798455AB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2C4CF-F81B-4079-9A80-B75B5844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准确率 / 混淆矩阵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4955C-A91B-43C8-9F39-7DA7FE61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核心目标：把抽象算法变成可看、可点、可验证的识别流程。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42990B-EEA5-40F4-8890-A2F0826E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3981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391FAC-C985-4922-A9D9-CF6D96E0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D1AAB-B3EE-4A69-841F-B82D6245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455FA-AD3D-46FF-A575-3C50A145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交互界面：让模型真正可用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B3609-1588-43F3-A063-6F7B7085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B8FC-B125-4E4B-AF2F-4DD71F7F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D4078-9B82-4F55-B5B0-BB8558F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Web UI 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DD6D6-D472-499D-8312-5154919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上传图片并预览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0EF9A-531F-4FE4-8F37-364B93C3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选择 CNN 模型或传统算法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9972E-A03F-4439-935B-2B17EBED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显示预测类别与置信度条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4D8AD-0949-40E0-9AF3-85251F0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Compare all algorithms 横向对比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AB297-79AE-4C86-B317-9DAC89B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接受正确结果并补充到数据集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7DAAB-A4DD-4CAB-A7AD-53FE5D65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5243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4FB74-B17D-4C17-8A89-3EE98B4C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演示时重点讲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ACF5-817E-44DD-AADF-EB15216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3619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用户看到的不只是一个冷冰冰的分类结果，还能知道模型这次到底有多确定。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95B81-6883-4958-A21E-2A94391B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本地地址：127.0.0.1:8770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7979F-3C15-43F4-B01C-3DC526B6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5709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99AD0-27A8-48DE-8F0D-CE540B7F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F9E82-DA80-4994-9AF5-70D42D8F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E1BC5-5104-4E13-B892-F49EACB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算法对比：CNN 效果最好，但基线也有价值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F0419-7F69-441E-8727-A02CC8AD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95350" y="1952625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2baa620eea44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A17BF-6AD0-4022-927E-A1115C32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143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5A8F4-D64C-4B23-AB7D-5417D92E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测试集结果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FAE0C-E9D6-41BC-9FFD-08F0C8B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A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3A455"/>
                </a:solidFill>
                <a:latin typeface="Microsoft YaHei"/>
                <a:ea typeface="Microsoft YaHei"/>
                <a:cs typeface="Microsoft YaHei"/>
              </a:rPr>
              <a:t>37 / 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1FCF4-730B-4994-9516-6EAFF8D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CNN balanced 正确数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15240-9B62-4835-88C4-19EB8D8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准确率约 90.24%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181A25-1BC3-43B6-8A38-23FB6A8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传统算法作为对照基线，帮助判断深度模型是否真正学到了有效特征。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ED75A-1558-440A-BB18-4AE03E47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0664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5427F-B0A8-4805-95CF-7EFEA40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BEE7B-BFF9-46FF-AB2C-D0195A0D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E369E-BEAC-4FA9-BCA3-B55AB2B5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GitHub commits：从上传到完整流程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5A2FC-3C89-4A29-A35B-BD60C0BD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31C91-360E-4F49-B080-18637F54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75F8E-432C-4439-9A4C-16B305A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D6A8-F053-4A9E-ABE1-E3614E6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AC97D-40D9-472E-A7B0-7585B2A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A7C2D-EC11-4C04-889A-6821F9B9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Initial commit / Add files via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23D45-73B2-43AB-9EF8-92FF95F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项目开始上传，建立基础仓库。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DD65E-1094-4330-8FBF-6ED334F2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63EB5-1BE3-4928-944D-1A22139E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00C8A2-3C36-4340-A2B9-4FFF19A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DC13-D7C2-428E-B9E1-E3E6F6F2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Add image datasets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B55A3-CE20-4A91-A390-277E236F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9095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加入图像数据，为训练和测试打基础。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A55BA-C5C6-4C33-95CF-83B4F729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D97ED-B75D-4360-ADF4-B1B985C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FFD41-C468-4960-B7B6-22987AA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2D895-8941-496C-9E22-308441F7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Selectable algorithms + visualization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57AF8-80B7-4960-8810-34EC8723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9095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加入算法选择与数据分布展示。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8F584-B24E-4925-AA07-6E21A7C0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2A997-AE38-4B89-9B7D-CE190940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E4439-7B1A-450C-BE76-25E13A7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2904EB-96D4-4F59-A77A-EEBEFAC1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Add algorithm comparison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F4AA66-D745-4C4F-BAEC-082C02EF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形成批量算法对比与报告输出。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3DB78D-47FF-472E-9ED0-044EE257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65F63-39FE-48E6-984E-6D097E48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F28F8-E809-4E13-9184-17D2760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8A965B-45C7-49ED-9D86-3FC2D3F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139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Refresh project README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B9162F-829B-47D1-A3D9-35A221F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9095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完善 README，并加入 co-author 信息。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959BA-A188-4213-82EF-E13AF1B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这条提交线对应了开发节奏：先传上去，再补数据、补界面、补算法对比，最后整理说明文档。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65AB3-A54D-4CE8-8656-A3EB3F1A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74282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09450D-3EBB-42D8-9D19-42B9224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1223-9990-4991-B18B-250EF1B4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E5E0-FF42-49D0-BFB7-EAD82795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开发过程：第一次完整上传，也是真的花了力气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CA6A6-4633-416A-9855-E32C074F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FC3FF-522B-4B85-8477-47DF624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6A3A2-3AF8-496D-943E-D86B5D1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33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第一次完整上传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5912D-BF43-497A-B3A9-12BD1202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仓库结构、提交记录、README 和文件路径都需要边做边学。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95B33-004E-40CB-BB84-F3E09C6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4B69B-552D-473E-93E0-7221CD07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功能不是一次成型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694BD-D752-48C7-8411-C32943DE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数据、模型、UI、算法对比是在多次 commit 中逐步补齐的。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0E267-9B1D-4D96-89D9-DD1A20C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4FFBF-E795-4F92-9357-E16282C8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项目价值不只在模型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80FE1-DFBD-4226-854B-31A435BD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完整经历了数据收集、训练、评估、展示和版本管理。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A9D9F-D82C-4C60-8B74-331CDFE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课程项目不只是让模型跑起来，也要让项目真正“交得出去、看得明白”。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73E70-08B6-433A-A4B7-91C7DD8F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9230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53E81A-D243-4E89-8DE5-4852073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71BDC-8C38-498B-A52A-4DB62961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34990-649B-4754-813D-042B5F82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不足：清楚知道边界，才方便继续扩展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93BBE-DAE9-4BAB-A066-9955FD7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82B4C-C91D-47C5-8B00-33D958E2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5F428-6299-4480-B175-96957696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数据量偏小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C0C29-0F6A-45FC-B313-35F1C1FD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测试集只有 41 张，准确率有偶然性。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FC869-BF3F-4CAF-9A81-C24FBB99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3BC47-7914-4311-888C-592E3B6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类别有限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B5B8F-25A4-4B67-B17A-C581EB4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43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只能区分奶龙和奶蛙，不能处理无关图片。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EE6AF-8519-4F26-A4A3-8A26CC46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24EAE-ED0A-441F-B3F7-F069187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泛化仍需验证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46C4B-0986-42DA-BC22-E832C19C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背景、水印、压缩质量都会影响判断。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77C79-EA3A-48B3-948E-16B03112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76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8C88D-6184-4C07-8622-DB9CA87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86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功能未完全实现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9B0CB-C7EA-4674-ACEF-8E424DEB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67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云端数据库、历史记录、多人协作还没做完。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678FE-7F4C-4A57-8F00-D034560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时间原因让一些想法没能落地，但这些不足也正好指向后续优化方向。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25F80-0B55-469E-831E-7769E721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5361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DA62A-BFE4-422B-B840-C7221ED4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下一步：从本地小工具走向在线识别系统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C5332-6A66-419B-A221-DE0D4FD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FBD5F-7826-4AAD-B8FA-5518D76C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13333-0804-41C8-B1D2-FEE72F5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扩数据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555-55A0-4166-BAE7-FD0A3BE2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更多来源、更多画质、更多背景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64EBF-6D23-44F5-858F-878E13BE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0BE69-D4A7-4E25-9F33-80D5AE08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查错样本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69951-A932-4A86-B5AC-C3061B7F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整理易混淆图片，针对性补充训练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A7DA3-030F-454D-A28F-CBFB1103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ABECF-D105-4595-B551-885C78BB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强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EFC30-D631-47B3-A124-42B47FC7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批量预测、历史记录、人工修正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B2E95-125C-4E03-A41C-4ED5AEDE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1C0C1-9872-47BD-AD29-E920D56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上云端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B846E-F963-4498-BC76-7BA8291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数据库保存上传、预测和标签记录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A0A51-56A2-44AE-95E6-5C13117A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86375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总结：项目虽然不大，但已经完成从数据准备、模型训练、单图预测、算法对比到报告输出的完整闭环。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CB7AC-B951-4FF4-B6F0-8BEE0263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72540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2026-06-17T17:14:53.1390000Z</dcterms:created>
  <dcterms:modified xsi:type="dcterms:W3CDTF">2026-06-17T17:14:53.1390000Z</dcterms:modified>
</coreProperties>
</file>